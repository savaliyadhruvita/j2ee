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56" r:id="rId3"/>
    <p:sldId id="257" r:id="rId4"/>
    <p:sldId id="258" r:id="rId5"/>
    <p:sldId id="259"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6" autoAdjust="0"/>
    <p:restoredTop sz="94660"/>
  </p:normalViewPr>
  <p:slideViewPr>
    <p:cSldViewPr snapToGrid="0">
      <p:cViewPr varScale="1">
        <p:scale>
          <a:sx n="62" d="100"/>
          <a:sy n="62" d="100"/>
        </p:scale>
        <p:origin x="96"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0738D-F4F4-44AF-A27C-0FB3FA9E5A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1C7B837-01B7-4581-A680-37A39B0CBD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FA82647-1534-4DAD-8468-1E1A08630EA0}"/>
              </a:ext>
            </a:extLst>
          </p:cNvPr>
          <p:cNvSpPr>
            <a:spLocks noGrp="1"/>
          </p:cNvSpPr>
          <p:nvPr>
            <p:ph type="dt" sz="half" idx="10"/>
          </p:nvPr>
        </p:nvSpPr>
        <p:spPr/>
        <p:txBody>
          <a:bodyPr/>
          <a:lstStyle/>
          <a:p>
            <a:fld id="{A3BE6D69-B12C-4848-AB13-1EBC01F819C4}" type="datetimeFigureOut">
              <a:rPr lang="en-IN" smtClean="0"/>
              <a:t>07-10-2024</a:t>
            </a:fld>
            <a:endParaRPr lang="en-IN"/>
          </a:p>
        </p:txBody>
      </p:sp>
      <p:sp>
        <p:nvSpPr>
          <p:cNvPr id="5" name="Footer Placeholder 4">
            <a:extLst>
              <a:ext uri="{FF2B5EF4-FFF2-40B4-BE49-F238E27FC236}">
                <a16:creationId xmlns:a16="http://schemas.microsoft.com/office/drawing/2014/main" id="{FE15ED0D-6513-4CE2-BFA9-14FDA1D21A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4FE9A2-2344-460E-A651-761D53401BEC}"/>
              </a:ext>
            </a:extLst>
          </p:cNvPr>
          <p:cNvSpPr>
            <a:spLocks noGrp="1"/>
          </p:cNvSpPr>
          <p:nvPr>
            <p:ph type="sldNum" sz="quarter" idx="12"/>
          </p:nvPr>
        </p:nvSpPr>
        <p:spPr/>
        <p:txBody>
          <a:bodyPr/>
          <a:lstStyle/>
          <a:p>
            <a:fld id="{163FE3C5-2FA5-43D7-AF53-D669F8096872}" type="slidenum">
              <a:rPr lang="en-IN" smtClean="0"/>
              <a:t>‹#›</a:t>
            </a:fld>
            <a:endParaRPr lang="en-IN"/>
          </a:p>
        </p:txBody>
      </p:sp>
    </p:spTree>
    <p:extLst>
      <p:ext uri="{BB962C8B-B14F-4D97-AF65-F5344CB8AC3E}">
        <p14:creationId xmlns:p14="http://schemas.microsoft.com/office/powerpoint/2010/main" val="3929856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3122D-2040-4F94-8D90-42C14BE2831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93B6807-5C8E-498D-BFD9-56494C5A67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E53015B-89B6-4BAF-8E80-0414ABD64958}"/>
              </a:ext>
            </a:extLst>
          </p:cNvPr>
          <p:cNvSpPr>
            <a:spLocks noGrp="1"/>
          </p:cNvSpPr>
          <p:nvPr>
            <p:ph type="dt" sz="half" idx="10"/>
          </p:nvPr>
        </p:nvSpPr>
        <p:spPr/>
        <p:txBody>
          <a:bodyPr/>
          <a:lstStyle/>
          <a:p>
            <a:fld id="{A3BE6D69-B12C-4848-AB13-1EBC01F819C4}" type="datetimeFigureOut">
              <a:rPr lang="en-IN" smtClean="0"/>
              <a:t>07-10-2024</a:t>
            </a:fld>
            <a:endParaRPr lang="en-IN"/>
          </a:p>
        </p:txBody>
      </p:sp>
      <p:sp>
        <p:nvSpPr>
          <p:cNvPr id="5" name="Footer Placeholder 4">
            <a:extLst>
              <a:ext uri="{FF2B5EF4-FFF2-40B4-BE49-F238E27FC236}">
                <a16:creationId xmlns:a16="http://schemas.microsoft.com/office/drawing/2014/main" id="{0F11F46E-26E0-4217-BA2E-468614E3C6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F6D9D9-446C-4BEE-8617-F1E0ED5C5845}"/>
              </a:ext>
            </a:extLst>
          </p:cNvPr>
          <p:cNvSpPr>
            <a:spLocks noGrp="1"/>
          </p:cNvSpPr>
          <p:nvPr>
            <p:ph type="sldNum" sz="quarter" idx="12"/>
          </p:nvPr>
        </p:nvSpPr>
        <p:spPr/>
        <p:txBody>
          <a:bodyPr/>
          <a:lstStyle/>
          <a:p>
            <a:fld id="{163FE3C5-2FA5-43D7-AF53-D669F8096872}" type="slidenum">
              <a:rPr lang="en-IN" smtClean="0"/>
              <a:t>‹#›</a:t>
            </a:fld>
            <a:endParaRPr lang="en-IN"/>
          </a:p>
        </p:txBody>
      </p:sp>
    </p:spTree>
    <p:extLst>
      <p:ext uri="{BB962C8B-B14F-4D97-AF65-F5344CB8AC3E}">
        <p14:creationId xmlns:p14="http://schemas.microsoft.com/office/powerpoint/2010/main" val="4049814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F0569-4CEA-481D-8435-4ADD7B527E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CDE830C-779F-4D74-8311-3D0F450655F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C1FDD46-291B-4082-ADEE-41DC767847C7}"/>
              </a:ext>
            </a:extLst>
          </p:cNvPr>
          <p:cNvSpPr>
            <a:spLocks noGrp="1"/>
          </p:cNvSpPr>
          <p:nvPr>
            <p:ph type="dt" sz="half" idx="10"/>
          </p:nvPr>
        </p:nvSpPr>
        <p:spPr/>
        <p:txBody>
          <a:bodyPr/>
          <a:lstStyle/>
          <a:p>
            <a:fld id="{A3BE6D69-B12C-4848-AB13-1EBC01F819C4}" type="datetimeFigureOut">
              <a:rPr lang="en-IN" smtClean="0"/>
              <a:t>07-10-2024</a:t>
            </a:fld>
            <a:endParaRPr lang="en-IN"/>
          </a:p>
        </p:txBody>
      </p:sp>
      <p:sp>
        <p:nvSpPr>
          <p:cNvPr id="5" name="Footer Placeholder 4">
            <a:extLst>
              <a:ext uri="{FF2B5EF4-FFF2-40B4-BE49-F238E27FC236}">
                <a16:creationId xmlns:a16="http://schemas.microsoft.com/office/drawing/2014/main" id="{57DE6F99-B06B-4DC9-9447-965A722B7E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DCCC77-E2EF-43B9-927D-22D6047AA672}"/>
              </a:ext>
            </a:extLst>
          </p:cNvPr>
          <p:cNvSpPr>
            <a:spLocks noGrp="1"/>
          </p:cNvSpPr>
          <p:nvPr>
            <p:ph type="sldNum" sz="quarter" idx="12"/>
          </p:nvPr>
        </p:nvSpPr>
        <p:spPr/>
        <p:txBody>
          <a:bodyPr/>
          <a:lstStyle/>
          <a:p>
            <a:fld id="{163FE3C5-2FA5-43D7-AF53-D669F8096872}" type="slidenum">
              <a:rPr lang="en-IN" smtClean="0"/>
              <a:t>‹#›</a:t>
            </a:fld>
            <a:endParaRPr lang="en-IN"/>
          </a:p>
        </p:txBody>
      </p:sp>
    </p:spTree>
    <p:extLst>
      <p:ext uri="{BB962C8B-B14F-4D97-AF65-F5344CB8AC3E}">
        <p14:creationId xmlns:p14="http://schemas.microsoft.com/office/powerpoint/2010/main" val="10063293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D841E-01E0-4548-89D5-08C6C51001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866376B-E22D-46E3-A0C3-D581CE6AC7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4AE48EC-B06F-4298-8D12-15161D9F547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D6161C8-9B95-4B4B-B40A-966DB00715F2}"/>
              </a:ext>
            </a:extLst>
          </p:cNvPr>
          <p:cNvSpPr>
            <a:spLocks noGrp="1"/>
          </p:cNvSpPr>
          <p:nvPr>
            <p:ph type="dt" sz="half" idx="10"/>
          </p:nvPr>
        </p:nvSpPr>
        <p:spPr/>
        <p:txBody>
          <a:bodyPr/>
          <a:lstStyle/>
          <a:p>
            <a:fld id="{A3BE6D69-B12C-4848-AB13-1EBC01F819C4}" type="datetimeFigureOut">
              <a:rPr lang="en-IN" smtClean="0"/>
              <a:t>07-10-2024</a:t>
            </a:fld>
            <a:endParaRPr lang="en-IN"/>
          </a:p>
        </p:txBody>
      </p:sp>
      <p:sp>
        <p:nvSpPr>
          <p:cNvPr id="6" name="Footer Placeholder 5">
            <a:extLst>
              <a:ext uri="{FF2B5EF4-FFF2-40B4-BE49-F238E27FC236}">
                <a16:creationId xmlns:a16="http://schemas.microsoft.com/office/drawing/2014/main" id="{AB065632-93EC-452F-BC4A-728DD8F6DEB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ED6B999-6FF1-44A7-8F72-23258B7CA964}"/>
              </a:ext>
            </a:extLst>
          </p:cNvPr>
          <p:cNvSpPr>
            <a:spLocks noGrp="1"/>
          </p:cNvSpPr>
          <p:nvPr>
            <p:ph type="sldNum" sz="quarter" idx="12"/>
          </p:nvPr>
        </p:nvSpPr>
        <p:spPr/>
        <p:txBody>
          <a:bodyPr/>
          <a:lstStyle/>
          <a:p>
            <a:fld id="{163FE3C5-2FA5-43D7-AF53-D669F8096872}" type="slidenum">
              <a:rPr lang="en-IN" smtClean="0"/>
              <a:t>‹#›</a:t>
            </a:fld>
            <a:endParaRPr lang="en-IN"/>
          </a:p>
        </p:txBody>
      </p:sp>
    </p:spTree>
    <p:extLst>
      <p:ext uri="{BB962C8B-B14F-4D97-AF65-F5344CB8AC3E}">
        <p14:creationId xmlns:p14="http://schemas.microsoft.com/office/powerpoint/2010/main" val="13787601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85A00-FB36-4579-8922-0A21D156B6F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2F09FFE-00BF-4FA8-A705-35B6DEE1BB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3D32B8D-C05C-4B5A-BE8D-40FFCA36913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C2D291F-0278-4328-B0BB-3D794940A9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990D014-D477-4D2D-8A2C-BAD7ADA3E54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2C8B041-D9DE-4708-AA3B-B9559CBF5C5B}"/>
              </a:ext>
            </a:extLst>
          </p:cNvPr>
          <p:cNvSpPr>
            <a:spLocks noGrp="1"/>
          </p:cNvSpPr>
          <p:nvPr>
            <p:ph type="dt" sz="half" idx="10"/>
          </p:nvPr>
        </p:nvSpPr>
        <p:spPr/>
        <p:txBody>
          <a:bodyPr/>
          <a:lstStyle/>
          <a:p>
            <a:fld id="{A3BE6D69-B12C-4848-AB13-1EBC01F819C4}" type="datetimeFigureOut">
              <a:rPr lang="en-IN" smtClean="0"/>
              <a:t>07-10-2024</a:t>
            </a:fld>
            <a:endParaRPr lang="en-IN"/>
          </a:p>
        </p:txBody>
      </p:sp>
      <p:sp>
        <p:nvSpPr>
          <p:cNvPr id="8" name="Footer Placeholder 7">
            <a:extLst>
              <a:ext uri="{FF2B5EF4-FFF2-40B4-BE49-F238E27FC236}">
                <a16:creationId xmlns:a16="http://schemas.microsoft.com/office/drawing/2014/main" id="{0289808D-224D-4258-BD63-5888D7DDC3E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E5D5806-2A02-46FE-A497-95A4A20E59C2}"/>
              </a:ext>
            </a:extLst>
          </p:cNvPr>
          <p:cNvSpPr>
            <a:spLocks noGrp="1"/>
          </p:cNvSpPr>
          <p:nvPr>
            <p:ph type="sldNum" sz="quarter" idx="12"/>
          </p:nvPr>
        </p:nvSpPr>
        <p:spPr/>
        <p:txBody>
          <a:bodyPr/>
          <a:lstStyle/>
          <a:p>
            <a:fld id="{163FE3C5-2FA5-43D7-AF53-D669F8096872}" type="slidenum">
              <a:rPr lang="en-IN" smtClean="0"/>
              <a:t>‹#›</a:t>
            </a:fld>
            <a:endParaRPr lang="en-IN"/>
          </a:p>
        </p:txBody>
      </p:sp>
    </p:spTree>
    <p:extLst>
      <p:ext uri="{BB962C8B-B14F-4D97-AF65-F5344CB8AC3E}">
        <p14:creationId xmlns:p14="http://schemas.microsoft.com/office/powerpoint/2010/main" val="38617276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2E6B1-E435-4B7E-BBD8-AA0C477A9DA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718F1FC-78D5-4599-997F-6CB4D639FE5A}"/>
              </a:ext>
            </a:extLst>
          </p:cNvPr>
          <p:cNvSpPr>
            <a:spLocks noGrp="1"/>
          </p:cNvSpPr>
          <p:nvPr>
            <p:ph type="dt" sz="half" idx="10"/>
          </p:nvPr>
        </p:nvSpPr>
        <p:spPr/>
        <p:txBody>
          <a:bodyPr/>
          <a:lstStyle/>
          <a:p>
            <a:fld id="{A3BE6D69-B12C-4848-AB13-1EBC01F819C4}" type="datetimeFigureOut">
              <a:rPr lang="en-IN" smtClean="0"/>
              <a:t>07-10-2024</a:t>
            </a:fld>
            <a:endParaRPr lang="en-IN"/>
          </a:p>
        </p:txBody>
      </p:sp>
      <p:sp>
        <p:nvSpPr>
          <p:cNvPr id="4" name="Footer Placeholder 3">
            <a:extLst>
              <a:ext uri="{FF2B5EF4-FFF2-40B4-BE49-F238E27FC236}">
                <a16:creationId xmlns:a16="http://schemas.microsoft.com/office/drawing/2014/main" id="{54AAA24E-602A-4DB6-B831-352E23E65D5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6A306CB-C797-474D-A15D-8AD562CFE932}"/>
              </a:ext>
            </a:extLst>
          </p:cNvPr>
          <p:cNvSpPr>
            <a:spLocks noGrp="1"/>
          </p:cNvSpPr>
          <p:nvPr>
            <p:ph type="sldNum" sz="quarter" idx="12"/>
          </p:nvPr>
        </p:nvSpPr>
        <p:spPr/>
        <p:txBody>
          <a:bodyPr/>
          <a:lstStyle/>
          <a:p>
            <a:fld id="{163FE3C5-2FA5-43D7-AF53-D669F8096872}" type="slidenum">
              <a:rPr lang="en-IN" smtClean="0"/>
              <a:t>‹#›</a:t>
            </a:fld>
            <a:endParaRPr lang="en-IN"/>
          </a:p>
        </p:txBody>
      </p:sp>
    </p:spTree>
    <p:extLst>
      <p:ext uri="{BB962C8B-B14F-4D97-AF65-F5344CB8AC3E}">
        <p14:creationId xmlns:p14="http://schemas.microsoft.com/office/powerpoint/2010/main" val="18295625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A38C96-CCD2-4ECA-87CB-2BB07E3A564B}"/>
              </a:ext>
            </a:extLst>
          </p:cNvPr>
          <p:cNvSpPr>
            <a:spLocks noGrp="1"/>
          </p:cNvSpPr>
          <p:nvPr>
            <p:ph type="dt" sz="half" idx="10"/>
          </p:nvPr>
        </p:nvSpPr>
        <p:spPr/>
        <p:txBody>
          <a:bodyPr/>
          <a:lstStyle/>
          <a:p>
            <a:fld id="{A3BE6D69-B12C-4848-AB13-1EBC01F819C4}" type="datetimeFigureOut">
              <a:rPr lang="en-IN" smtClean="0"/>
              <a:t>07-10-2024</a:t>
            </a:fld>
            <a:endParaRPr lang="en-IN"/>
          </a:p>
        </p:txBody>
      </p:sp>
      <p:sp>
        <p:nvSpPr>
          <p:cNvPr id="3" name="Footer Placeholder 2">
            <a:extLst>
              <a:ext uri="{FF2B5EF4-FFF2-40B4-BE49-F238E27FC236}">
                <a16:creationId xmlns:a16="http://schemas.microsoft.com/office/drawing/2014/main" id="{4035AD9F-9BC4-4480-A527-4FEA23F5F1B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7E8F3BA-BD46-4DBD-B077-BCD519440446}"/>
              </a:ext>
            </a:extLst>
          </p:cNvPr>
          <p:cNvSpPr>
            <a:spLocks noGrp="1"/>
          </p:cNvSpPr>
          <p:nvPr>
            <p:ph type="sldNum" sz="quarter" idx="12"/>
          </p:nvPr>
        </p:nvSpPr>
        <p:spPr/>
        <p:txBody>
          <a:bodyPr/>
          <a:lstStyle/>
          <a:p>
            <a:fld id="{163FE3C5-2FA5-43D7-AF53-D669F8096872}" type="slidenum">
              <a:rPr lang="en-IN" smtClean="0"/>
              <a:t>‹#›</a:t>
            </a:fld>
            <a:endParaRPr lang="en-IN"/>
          </a:p>
        </p:txBody>
      </p:sp>
    </p:spTree>
    <p:extLst>
      <p:ext uri="{BB962C8B-B14F-4D97-AF65-F5344CB8AC3E}">
        <p14:creationId xmlns:p14="http://schemas.microsoft.com/office/powerpoint/2010/main" val="2438829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ACF99-7092-48EA-851C-A658770FB6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A785B1B-D3DF-4AEA-9954-22207B5623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8A437FE-FCEB-492F-A336-850EEE8E04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F2BF60-B0B2-4FA3-9AE8-D7D822AFA8ED}"/>
              </a:ext>
            </a:extLst>
          </p:cNvPr>
          <p:cNvSpPr>
            <a:spLocks noGrp="1"/>
          </p:cNvSpPr>
          <p:nvPr>
            <p:ph type="dt" sz="half" idx="10"/>
          </p:nvPr>
        </p:nvSpPr>
        <p:spPr/>
        <p:txBody>
          <a:bodyPr/>
          <a:lstStyle/>
          <a:p>
            <a:fld id="{A3BE6D69-B12C-4848-AB13-1EBC01F819C4}" type="datetimeFigureOut">
              <a:rPr lang="en-IN" smtClean="0"/>
              <a:t>07-10-2024</a:t>
            </a:fld>
            <a:endParaRPr lang="en-IN"/>
          </a:p>
        </p:txBody>
      </p:sp>
      <p:sp>
        <p:nvSpPr>
          <p:cNvPr id="6" name="Footer Placeholder 5">
            <a:extLst>
              <a:ext uri="{FF2B5EF4-FFF2-40B4-BE49-F238E27FC236}">
                <a16:creationId xmlns:a16="http://schemas.microsoft.com/office/drawing/2014/main" id="{A556A0E8-2F63-48D2-BA86-96471498EEA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C16CD91-C1EF-4C60-BE96-455796728FD2}"/>
              </a:ext>
            </a:extLst>
          </p:cNvPr>
          <p:cNvSpPr>
            <a:spLocks noGrp="1"/>
          </p:cNvSpPr>
          <p:nvPr>
            <p:ph type="sldNum" sz="quarter" idx="12"/>
          </p:nvPr>
        </p:nvSpPr>
        <p:spPr/>
        <p:txBody>
          <a:bodyPr/>
          <a:lstStyle/>
          <a:p>
            <a:fld id="{163FE3C5-2FA5-43D7-AF53-D669F8096872}" type="slidenum">
              <a:rPr lang="en-IN" smtClean="0"/>
              <a:t>‹#›</a:t>
            </a:fld>
            <a:endParaRPr lang="en-IN"/>
          </a:p>
        </p:txBody>
      </p:sp>
    </p:spTree>
    <p:extLst>
      <p:ext uri="{BB962C8B-B14F-4D97-AF65-F5344CB8AC3E}">
        <p14:creationId xmlns:p14="http://schemas.microsoft.com/office/powerpoint/2010/main" val="41290066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426A1-7E10-46B7-9246-096A6ECC12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F0A68B5-2AF9-43F5-AACC-1E6F8FE497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A012E22-DCF5-4AE7-A11A-FB62491615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B35641-ADD7-4530-91F9-01D344BF079F}"/>
              </a:ext>
            </a:extLst>
          </p:cNvPr>
          <p:cNvSpPr>
            <a:spLocks noGrp="1"/>
          </p:cNvSpPr>
          <p:nvPr>
            <p:ph type="dt" sz="half" idx="10"/>
          </p:nvPr>
        </p:nvSpPr>
        <p:spPr/>
        <p:txBody>
          <a:bodyPr/>
          <a:lstStyle/>
          <a:p>
            <a:fld id="{A3BE6D69-B12C-4848-AB13-1EBC01F819C4}" type="datetimeFigureOut">
              <a:rPr lang="en-IN" smtClean="0"/>
              <a:t>07-10-2024</a:t>
            </a:fld>
            <a:endParaRPr lang="en-IN"/>
          </a:p>
        </p:txBody>
      </p:sp>
      <p:sp>
        <p:nvSpPr>
          <p:cNvPr id="6" name="Footer Placeholder 5">
            <a:extLst>
              <a:ext uri="{FF2B5EF4-FFF2-40B4-BE49-F238E27FC236}">
                <a16:creationId xmlns:a16="http://schemas.microsoft.com/office/drawing/2014/main" id="{2948DB0D-3883-4B57-9780-72F197FC198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4BAD803-4B61-4182-8520-01C4CFCF1FD7}"/>
              </a:ext>
            </a:extLst>
          </p:cNvPr>
          <p:cNvSpPr>
            <a:spLocks noGrp="1"/>
          </p:cNvSpPr>
          <p:nvPr>
            <p:ph type="sldNum" sz="quarter" idx="12"/>
          </p:nvPr>
        </p:nvSpPr>
        <p:spPr/>
        <p:txBody>
          <a:bodyPr/>
          <a:lstStyle/>
          <a:p>
            <a:fld id="{163FE3C5-2FA5-43D7-AF53-D669F8096872}" type="slidenum">
              <a:rPr lang="en-IN" smtClean="0"/>
              <a:t>‹#›</a:t>
            </a:fld>
            <a:endParaRPr lang="en-IN"/>
          </a:p>
        </p:txBody>
      </p:sp>
    </p:spTree>
    <p:extLst>
      <p:ext uri="{BB962C8B-B14F-4D97-AF65-F5344CB8AC3E}">
        <p14:creationId xmlns:p14="http://schemas.microsoft.com/office/powerpoint/2010/main" val="11616175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79D46-86ED-4890-BE07-8A502657525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EA9688B-85A3-4DCB-80A3-6B6DD100F4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8FEA70-5384-4A59-A5E3-6F76EEAE148B}"/>
              </a:ext>
            </a:extLst>
          </p:cNvPr>
          <p:cNvSpPr>
            <a:spLocks noGrp="1"/>
          </p:cNvSpPr>
          <p:nvPr>
            <p:ph type="dt" sz="half" idx="10"/>
          </p:nvPr>
        </p:nvSpPr>
        <p:spPr/>
        <p:txBody>
          <a:bodyPr/>
          <a:lstStyle/>
          <a:p>
            <a:fld id="{A3BE6D69-B12C-4848-AB13-1EBC01F819C4}" type="datetimeFigureOut">
              <a:rPr lang="en-IN" smtClean="0"/>
              <a:t>07-10-2024</a:t>
            </a:fld>
            <a:endParaRPr lang="en-IN"/>
          </a:p>
        </p:txBody>
      </p:sp>
      <p:sp>
        <p:nvSpPr>
          <p:cNvPr id="5" name="Footer Placeholder 4">
            <a:extLst>
              <a:ext uri="{FF2B5EF4-FFF2-40B4-BE49-F238E27FC236}">
                <a16:creationId xmlns:a16="http://schemas.microsoft.com/office/drawing/2014/main" id="{42A52B67-47D5-4D05-9DEB-CE62E737B5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4C26D2-E32E-4D15-B133-51B10FE7A01B}"/>
              </a:ext>
            </a:extLst>
          </p:cNvPr>
          <p:cNvSpPr>
            <a:spLocks noGrp="1"/>
          </p:cNvSpPr>
          <p:nvPr>
            <p:ph type="sldNum" sz="quarter" idx="12"/>
          </p:nvPr>
        </p:nvSpPr>
        <p:spPr/>
        <p:txBody>
          <a:bodyPr/>
          <a:lstStyle/>
          <a:p>
            <a:fld id="{163FE3C5-2FA5-43D7-AF53-D669F8096872}" type="slidenum">
              <a:rPr lang="en-IN" smtClean="0"/>
              <a:t>‹#›</a:t>
            </a:fld>
            <a:endParaRPr lang="en-IN"/>
          </a:p>
        </p:txBody>
      </p:sp>
    </p:spTree>
    <p:extLst>
      <p:ext uri="{BB962C8B-B14F-4D97-AF65-F5344CB8AC3E}">
        <p14:creationId xmlns:p14="http://schemas.microsoft.com/office/powerpoint/2010/main" val="2249690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EED479-E13C-4C36-B246-CE2A99B5E9C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6A23CF7-99F2-4A0B-A971-A8F0BD1EBC3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2BF365-D6FF-49FF-8333-42B5A1AFD12F}"/>
              </a:ext>
            </a:extLst>
          </p:cNvPr>
          <p:cNvSpPr>
            <a:spLocks noGrp="1"/>
          </p:cNvSpPr>
          <p:nvPr>
            <p:ph type="dt" sz="half" idx="10"/>
          </p:nvPr>
        </p:nvSpPr>
        <p:spPr/>
        <p:txBody>
          <a:bodyPr/>
          <a:lstStyle/>
          <a:p>
            <a:fld id="{A3BE6D69-B12C-4848-AB13-1EBC01F819C4}" type="datetimeFigureOut">
              <a:rPr lang="en-IN" smtClean="0"/>
              <a:t>07-10-2024</a:t>
            </a:fld>
            <a:endParaRPr lang="en-IN"/>
          </a:p>
        </p:txBody>
      </p:sp>
      <p:sp>
        <p:nvSpPr>
          <p:cNvPr id="5" name="Footer Placeholder 4">
            <a:extLst>
              <a:ext uri="{FF2B5EF4-FFF2-40B4-BE49-F238E27FC236}">
                <a16:creationId xmlns:a16="http://schemas.microsoft.com/office/drawing/2014/main" id="{4C8E5622-DF44-473F-8E4E-9B1D1C37D6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0C1B5F-1CBB-4E23-862D-F15AB0211E0B}"/>
              </a:ext>
            </a:extLst>
          </p:cNvPr>
          <p:cNvSpPr>
            <a:spLocks noGrp="1"/>
          </p:cNvSpPr>
          <p:nvPr>
            <p:ph type="sldNum" sz="quarter" idx="12"/>
          </p:nvPr>
        </p:nvSpPr>
        <p:spPr/>
        <p:txBody>
          <a:bodyPr/>
          <a:lstStyle/>
          <a:p>
            <a:fld id="{163FE3C5-2FA5-43D7-AF53-D669F8096872}" type="slidenum">
              <a:rPr lang="en-IN" smtClean="0"/>
              <a:t>‹#›</a:t>
            </a:fld>
            <a:endParaRPr lang="en-IN"/>
          </a:p>
        </p:txBody>
      </p:sp>
    </p:spTree>
    <p:extLst>
      <p:ext uri="{BB962C8B-B14F-4D97-AF65-F5344CB8AC3E}">
        <p14:creationId xmlns:p14="http://schemas.microsoft.com/office/powerpoint/2010/main" val="38540609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FDF854-1320-4395-A861-BE12E3EE9E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C2B453A-31B3-4B39-BF63-7B3D1EA67C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2EA5C6-088D-413D-8CD4-973B57BF25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BE6D69-B12C-4848-AB13-1EBC01F819C4}" type="datetimeFigureOut">
              <a:rPr lang="en-IN" smtClean="0"/>
              <a:t>07-10-2024</a:t>
            </a:fld>
            <a:endParaRPr lang="en-IN"/>
          </a:p>
        </p:txBody>
      </p:sp>
      <p:sp>
        <p:nvSpPr>
          <p:cNvPr id="5" name="Footer Placeholder 4">
            <a:extLst>
              <a:ext uri="{FF2B5EF4-FFF2-40B4-BE49-F238E27FC236}">
                <a16:creationId xmlns:a16="http://schemas.microsoft.com/office/drawing/2014/main" id="{67609F2B-9180-4F74-B374-2AA2AEF9E9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A7B4157-01A2-4590-B0C6-3043D53DB1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3FE3C5-2FA5-43D7-AF53-D669F8096872}" type="slidenum">
              <a:rPr lang="en-IN" smtClean="0"/>
              <a:t>‹#›</a:t>
            </a:fld>
            <a:endParaRPr lang="en-IN"/>
          </a:p>
        </p:txBody>
      </p:sp>
    </p:spTree>
    <p:extLst>
      <p:ext uri="{BB962C8B-B14F-4D97-AF65-F5344CB8AC3E}">
        <p14:creationId xmlns:p14="http://schemas.microsoft.com/office/powerpoint/2010/main" val="20635402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91710-8252-417B-84F7-F6E920D83977}"/>
              </a:ext>
            </a:extLst>
          </p:cNvPr>
          <p:cNvSpPr>
            <a:spLocks noGrp="1"/>
          </p:cNvSpPr>
          <p:nvPr>
            <p:ph type="title"/>
          </p:nvPr>
        </p:nvSpPr>
        <p:spPr>
          <a:xfrm>
            <a:off x="2153652" y="1985378"/>
            <a:ext cx="9059780" cy="1325563"/>
          </a:xfrm>
        </p:spPr>
        <p:txBody>
          <a:bodyPr>
            <a:normAutofit fontScale="90000"/>
          </a:bodyPr>
          <a:lstStyle/>
          <a:p>
            <a:r>
              <a:rPr lang="en-US" sz="7300" dirty="0">
                <a:solidFill>
                  <a:srgbClr val="002060"/>
                </a:solidFill>
              </a:rPr>
              <a:t>Annotation </a:t>
            </a:r>
            <a:r>
              <a:rPr lang="en-US" sz="6600" dirty="0">
                <a:solidFill>
                  <a:srgbClr val="002060"/>
                </a:solidFill>
              </a:rPr>
              <a:t>Hibernate</a:t>
            </a:r>
            <a:br>
              <a:rPr lang="en-IN" dirty="0">
                <a:solidFill>
                  <a:srgbClr val="002060"/>
                </a:solidFill>
              </a:rPr>
            </a:br>
            <a:endParaRPr lang="en-IN" dirty="0">
              <a:solidFill>
                <a:srgbClr val="002060"/>
              </a:solidFill>
            </a:endParaRPr>
          </a:p>
        </p:txBody>
      </p:sp>
    </p:spTree>
    <p:extLst>
      <p:ext uri="{BB962C8B-B14F-4D97-AF65-F5344CB8AC3E}">
        <p14:creationId xmlns:p14="http://schemas.microsoft.com/office/powerpoint/2010/main" val="38348952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00A303FB-6404-4991-8BD2-23CF51E29AE2}"/>
              </a:ext>
            </a:extLst>
          </p:cNvPr>
          <p:cNvSpPr>
            <a:spLocks noGrp="1"/>
          </p:cNvSpPr>
          <p:nvPr>
            <p:ph idx="1"/>
          </p:nvPr>
        </p:nvSpPr>
        <p:spPr>
          <a:xfrm>
            <a:off x="838200" y="681925"/>
            <a:ext cx="10515600" cy="5495038"/>
          </a:xfrm>
        </p:spPr>
        <p:txBody>
          <a:bodyPr>
            <a:normAutofit lnSpcReduction="10000"/>
          </a:bodyPr>
          <a:lstStyle/>
          <a:p>
            <a:r>
              <a:rPr lang="en-US" dirty="0"/>
              <a:t>Annotation Hibernate annotations is the newest way to define mappings without a use of XML file. </a:t>
            </a:r>
          </a:p>
          <a:p>
            <a:r>
              <a:rPr lang="en-US" dirty="0"/>
              <a:t>You can use annotations in addition to or as a replacement of XML mapping metadata. Hibernate Annotations is the powerful way to provide the metadata for the Object and Relational Table mapping.</a:t>
            </a:r>
          </a:p>
          <a:p>
            <a:r>
              <a:rPr lang="en-US" dirty="0"/>
              <a:t>Environment Setup for </a:t>
            </a:r>
            <a:r>
              <a:rPr lang="en-US"/>
              <a:t>Hibernate Annotation:</a:t>
            </a:r>
          </a:p>
          <a:p>
            <a:r>
              <a:rPr lang="en-US"/>
              <a:t> </a:t>
            </a:r>
            <a:r>
              <a:rPr lang="en-US" dirty="0"/>
              <a:t>First of all you would have to make sure that you are using JDK 5.0 otherwise you need to upgrade your JDK to JDK 5.0 to take advantage of the native support for annotations</a:t>
            </a:r>
            <a:r>
              <a:rPr lang="en-US"/>
              <a:t>. </a:t>
            </a:r>
          </a:p>
          <a:p>
            <a:r>
              <a:rPr lang="en-US" dirty="0"/>
              <a:t>Second, you will need to install the Hibernate 3.x annotations distribution package, available from the </a:t>
            </a:r>
            <a:r>
              <a:rPr lang="en-US" dirty="0" err="1"/>
              <a:t>sourceforge</a:t>
            </a:r>
            <a:r>
              <a:rPr lang="en-US" dirty="0"/>
              <a:t>: (Download Hibernate Annotation) and copy hibernate-annotations.jar, lib/hibernate-comons-annotations.jar and lib/ejb3-persistence.jar from the Hibernate Annotations distribution to your CLASSPATH</a:t>
            </a:r>
          </a:p>
        </p:txBody>
      </p:sp>
    </p:spTree>
    <p:extLst>
      <p:ext uri="{BB962C8B-B14F-4D97-AF65-F5344CB8AC3E}">
        <p14:creationId xmlns:p14="http://schemas.microsoft.com/office/powerpoint/2010/main" val="712082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CEF0C4-3332-4E82-B20F-38EF1304ABBD}"/>
              </a:ext>
            </a:extLst>
          </p:cNvPr>
          <p:cNvSpPr>
            <a:spLocks noGrp="1"/>
          </p:cNvSpPr>
          <p:nvPr>
            <p:ph idx="1"/>
          </p:nvPr>
        </p:nvSpPr>
        <p:spPr>
          <a:xfrm>
            <a:off x="838200" y="898358"/>
            <a:ext cx="10515600" cy="5278605"/>
          </a:xfrm>
        </p:spPr>
        <p:txBody>
          <a:bodyPr/>
          <a:lstStyle/>
          <a:p>
            <a:r>
              <a:rPr lang="en-US" dirty="0"/>
              <a:t>Annotated Class Example While working with Hibernate Annotation all the metadata is clubbed into the POJO java file along with the code this helps the user to understand the table structure and POJO simultaneously during the development. Consider we are going to use following EMPLOYEE table to store our objects: </a:t>
            </a:r>
          </a:p>
          <a:p>
            <a:r>
              <a:rPr lang="en-US" dirty="0"/>
              <a:t>create table EMPLOYEE </a:t>
            </a:r>
          </a:p>
          <a:p>
            <a:pPr marL="0" indent="0">
              <a:buNone/>
            </a:pPr>
            <a:r>
              <a:rPr lang="en-US" dirty="0"/>
              <a:t>( id INT NOT NULL </a:t>
            </a:r>
            <a:r>
              <a:rPr lang="en-US" dirty="0" err="1"/>
              <a:t>auto_increment</a:t>
            </a:r>
            <a:r>
              <a:rPr lang="en-US" dirty="0"/>
              <a:t>,</a:t>
            </a:r>
          </a:p>
          <a:p>
            <a:pPr marL="0" indent="0">
              <a:buNone/>
            </a:pPr>
            <a:r>
              <a:rPr lang="en-US" dirty="0"/>
              <a:t> </a:t>
            </a:r>
            <a:r>
              <a:rPr lang="en-US" dirty="0" err="1"/>
              <a:t>first_name</a:t>
            </a:r>
            <a:r>
              <a:rPr lang="en-US" dirty="0"/>
              <a:t> VARCHAR(20) default NULL, </a:t>
            </a:r>
          </a:p>
          <a:p>
            <a:pPr marL="0" indent="0">
              <a:buNone/>
            </a:pPr>
            <a:r>
              <a:rPr lang="en-US" dirty="0" err="1"/>
              <a:t>last_name</a:t>
            </a:r>
            <a:r>
              <a:rPr lang="en-US" dirty="0"/>
              <a:t> VARCHAR(20) default NULL, </a:t>
            </a:r>
          </a:p>
          <a:p>
            <a:pPr marL="0" indent="0">
              <a:buNone/>
            </a:pPr>
            <a:r>
              <a:rPr lang="en-US" dirty="0"/>
              <a:t>salary INT default NULL, PRIMARY KEY (id) );</a:t>
            </a:r>
            <a:endParaRPr lang="en-IN" dirty="0"/>
          </a:p>
        </p:txBody>
      </p:sp>
    </p:spTree>
    <p:extLst>
      <p:ext uri="{BB962C8B-B14F-4D97-AF65-F5344CB8AC3E}">
        <p14:creationId xmlns:p14="http://schemas.microsoft.com/office/powerpoint/2010/main" val="3065973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4A1AFE-E011-45D3-BF4E-B316CF0C7DBC}"/>
              </a:ext>
            </a:extLst>
          </p:cNvPr>
          <p:cNvSpPr>
            <a:spLocks noGrp="1"/>
          </p:cNvSpPr>
          <p:nvPr>
            <p:ph idx="1"/>
          </p:nvPr>
        </p:nvSpPr>
        <p:spPr>
          <a:xfrm>
            <a:off x="838200" y="786063"/>
            <a:ext cx="10515600" cy="5390900"/>
          </a:xfrm>
        </p:spPr>
        <p:txBody>
          <a:bodyPr>
            <a:normAutofit fontScale="92500" lnSpcReduction="10000"/>
          </a:bodyPr>
          <a:lstStyle/>
          <a:p>
            <a:r>
              <a:rPr lang="en-US" dirty="0"/>
              <a:t>Following is the mapping of Employee class with annotations to map objects with the defined EMPLOYEE table:</a:t>
            </a:r>
          </a:p>
          <a:p>
            <a:r>
              <a:rPr lang="en-US" dirty="0"/>
              <a:t> import </a:t>
            </a:r>
            <a:r>
              <a:rPr lang="en-US" dirty="0" err="1"/>
              <a:t>javax.persistence</a:t>
            </a:r>
            <a:r>
              <a:rPr lang="en-US" dirty="0"/>
              <a:t>.*; </a:t>
            </a:r>
          </a:p>
          <a:p>
            <a:r>
              <a:rPr lang="en-US" dirty="0"/>
              <a:t>@Entity @Table(name = "EMPLOYEE")</a:t>
            </a:r>
          </a:p>
          <a:p>
            <a:r>
              <a:rPr lang="en-US" dirty="0"/>
              <a:t> public class Employee { </a:t>
            </a:r>
          </a:p>
          <a:p>
            <a:r>
              <a:rPr lang="en-US" dirty="0"/>
              <a:t>@Id @GeneratedValue @Column(name = "id") private int id; </a:t>
            </a:r>
          </a:p>
          <a:p>
            <a:r>
              <a:rPr lang="en-US" dirty="0"/>
              <a:t>@Column(name = "</a:t>
            </a:r>
            <a:r>
              <a:rPr lang="en-US" dirty="0" err="1"/>
              <a:t>first_name</a:t>
            </a:r>
            <a:r>
              <a:rPr lang="en-US" dirty="0"/>
              <a:t>") private String </a:t>
            </a:r>
            <a:r>
              <a:rPr lang="en-US" dirty="0" err="1"/>
              <a:t>firstName</a:t>
            </a:r>
            <a:r>
              <a:rPr lang="en-US" dirty="0"/>
              <a:t>; </a:t>
            </a:r>
          </a:p>
          <a:p>
            <a:r>
              <a:rPr lang="en-US" dirty="0"/>
              <a:t>@Column(name = "</a:t>
            </a:r>
            <a:r>
              <a:rPr lang="en-US" dirty="0" err="1"/>
              <a:t>last_name</a:t>
            </a:r>
            <a:r>
              <a:rPr lang="en-US" dirty="0"/>
              <a:t>") private String </a:t>
            </a:r>
            <a:r>
              <a:rPr lang="en-US" dirty="0" err="1"/>
              <a:t>lastName</a:t>
            </a:r>
            <a:r>
              <a:rPr lang="en-US" dirty="0"/>
              <a:t>; </a:t>
            </a:r>
          </a:p>
          <a:p>
            <a:r>
              <a:rPr lang="en-US" dirty="0"/>
              <a:t>@Column(name = "salary") private int salary;</a:t>
            </a:r>
          </a:p>
          <a:p>
            <a:pPr marL="0" indent="0">
              <a:buNone/>
            </a:pPr>
            <a:r>
              <a:rPr lang="en-US" dirty="0"/>
              <a:t> public Employee() {}</a:t>
            </a:r>
          </a:p>
          <a:p>
            <a:pPr marL="0" indent="0">
              <a:buNone/>
            </a:pPr>
            <a:r>
              <a:rPr lang="en-US" dirty="0"/>
              <a:t> public int </a:t>
            </a:r>
            <a:r>
              <a:rPr lang="en-US" dirty="0" err="1"/>
              <a:t>getId</a:t>
            </a:r>
            <a:r>
              <a:rPr lang="en-US" dirty="0"/>
              <a:t>()</a:t>
            </a:r>
          </a:p>
          <a:p>
            <a:pPr marL="0" indent="0">
              <a:buNone/>
            </a:pPr>
            <a:r>
              <a:rPr lang="en-US" dirty="0"/>
              <a:t> { return id; }</a:t>
            </a:r>
            <a:endParaRPr lang="en-IN" dirty="0"/>
          </a:p>
        </p:txBody>
      </p:sp>
    </p:spTree>
    <p:extLst>
      <p:ext uri="{BB962C8B-B14F-4D97-AF65-F5344CB8AC3E}">
        <p14:creationId xmlns:p14="http://schemas.microsoft.com/office/powerpoint/2010/main" val="1401702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7A4EB7-878F-412B-8E6D-FD3E08B81788}"/>
              </a:ext>
            </a:extLst>
          </p:cNvPr>
          <p:cNvSpPr>
            <a:spLocks noGrp="1"/>
          </p:cNvSpPr>
          <p:nvPr>
            <p:ph idx="1"/>
          </p:nvPr>
        </p:nvSpPr>
        <p:spPr>
          <a:xfrm>
            <a:off x="838200" y="593558"/>
            <a:ext cx="10515600" cy="5583405"/>
          </a:xfrm>
        </p:spPr>
        <p:txBody>
          <a:bodyPr/>
          <a:lstStyle/>
          <a:p>
            <a:r>
              <a:rPr lang="en-US" dirty="0"/>
              <a:t>@Entity Annotation The EJB 3 standard annotations are contained in the </a:t>
            </a:r>
            <a:r>
              <a:rPr lang="en-US" dirty="0" err="1"/>
              <a:t>javax.persistence</a:t>
            </a:r>
            <a:r>
              <a:rPr lang="en-US" dirty="0"/>
              <a:t> package, so we import this package as the first step. </a:t>
            </a:r>
          </a:p>
          <a:p>
            <a:r>
              <a:rPr lang="en-US" dirty="0"/>
              <a:t>Second we used the @Entity annotation to the Employee class which marks this class as an entity bean. </a:t>
            </a:r>
          </a:p>
          <a:p>
            <a:r>
              <a:rPr lang="en-US" dirty="0"/>
              <a:t>@Table Annotation The @Table annotation allows you to specify the details of the table that will be used to persist the entity in the database. </a:t>
            </a:r>
          </a:p>
          <a:p>
            <a:r>
              <a:rPr lang="en-US" dirty="0"/>
              <a:t>The @Table annotation provides four attributes, allowing you to override the name of the table, its catalogue, and its schema, and enforce unique constraints on columns in the table. </a:t>
            </a:r>
          </a:p>
        </p:txBody>
      </p:sp>
    </p:spTree>
    <p:extLst>
      <p:ext uri="{BB962C8B-B14F-4D97-AF65-F5344CB8AC3E}">
        <p14:creationId xmlns:p14="http://schemas.microsoft.com/office/powerpoint/2010/main" val="23839518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97BED1-51A7-4149-8F33-851B482B8BD4}"/>
              </a:ext>
            </a:extLst>
          </p:cNvPr>
          <p:cNvSpPr>
            <a:spLocks noGrp="1"/>
          </p:cNvSpPr>
          <p:nvPr>
            <p:ph idx="1"/>
          </p:nvPr>
        </p:nvSpPr>
        <p:spPr>
          <a:xfrm>
            <a:off x="838200" y="368968"/>
            <a:ext cx="10515600" cy="5807995"/>
          </a:xfrm>
        </p:spPr>
        <p:txBody>
          <a:bodyPr>
            <a:normAutofit fontScale="92500" lnSpcReduction="10000"/>
          </a:bodyPr>
          <a:lstStyle/>
          <a:p>
            <a:r>
              <a:rPr lang="en-US" b="1" dirty="0"/>
              <a:t>@Id :    </a:t>
            </a:r>
            <a:r>
              <a:rPr lang="en-US" dirty="0"/>
              <a:t>Annotations Each entity bean will have a primary key, which you annotate on the class with the @Id annotation. The primary key can be a single field or a combination of multiple fields depending on your table structure. By default, the @Id annotation will automatically determine the most appropriate primary key.</a:t>
            </a:r>
          </a:p>
          <a:p>
            <a:r>
              <a:rPr lang="en-US" b="1" dirty="0"/>
              <a:t>@Column </a:t>
            </a:r>
            <a:r>
              <a:rPr lang="en-US" dirty="0"/>
              <a:t>:Annotation The @Column annotation is used to specify the details of the column to which a field or property will be mapped. You can use column annotation with the following most commonly used attributes:</a:t>
            </a:r>
          </a:p>
          <a:p>
            <a:r>
              <a:rPr lang="en-US" dirty="0"/>
              <a:t>name attribute permits the name of the column to be explicitly specified. </a:t>
            </a:r>
          </a:p>
          <a:p>
            <a:r>
              <a:rPr lang="en-US" dirty="0"/>
              <a:t>length attribute permits the size of the column used to map a value particularly for a String value.</a:t>
            </a:r>
          </a:p>
          <a:p>
            <a:r>
              <a:rPr lang="en-US" dirty="0"/>
              <a:t>nullable attribute permits the column to be marked NOT NULL when the schema is generated. </a:t>
            </a:r>
          </a:p>
          <a:p>
            <a:r>
              <a:rPr lang="en-US" dirty="0"/>
              <a:t>unique attribute permits the column to be marked as containing only unique values. </a:t>
            </a:r>
            <a:endParaRPr lang="en-IN" dirty="0"/>
          </a:p>
        </p:txBody>
      </p:sp>
    </p:spTree>
    <p:extLst>
      <p:ext uri="{BB962C8B-B14F-4D97-AF65-F5344CB8AC3E}">
        <p14:creationId xmlns:p14="http://schemas.microsoft.com/office/powerpoint/2010/main" val="10900089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627</Words>
  <Application>Microsoft Office PowerPoint</Application>
  <PresentationFormat>Widescreen</PresentationFormat>
  <Paragraphs>33</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Annotation Hibernate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Administrator</cp:lastModifiedBy>
  <cp:revision>12</cp:revision>
  <dcterms:created xsi:type="dcterms:W3CDTF">2024-10-07T05:52:49Z</dcterms:created>
  <dcterms:modified xsi:type="dcterms:W3CDTF">2024-10-07T06:01:58Z</dcterms:modified>
</cp:coreProperties>
</file>